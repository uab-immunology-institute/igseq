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 id="257" r:id="rId3"/>
    <p:sldId id="258" r:id="rId4"/>
    <p:sldId id="260" r:id="rId5"/>
    <p:sldId id="261" r:id="rId6"/>
    <p:sldId id="262"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2" d="100"/>
          <a:sy n="122" d="100"/>
        </p:scale>
        <p:origin x="-920"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printerSettings" Target="printerSettings/printerSettings1.bin"/><Relationship Id="rId9" Type="http://schemas.openxmlformats.org/officeDocument/2006/relationships/presProps" Target="presProps.xml"/><Relationship Id="rId1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717B120-DD6E-A64D-95D2-481C3154D2B0}" type="datetimeFigureOut">
              <a:t>3/25/16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186285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17B120-DD6E-A64D-95D2-481C3154D2B0}" type="datetimeFigureOut">
              <a:t>3/25/16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2881277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17B120-DD6E-A64D-95D2-481C3154D2B0}" type="datetimeFigureOut">
              <a:t>3/25/16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190006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17B120-DD6E-A64D-95D2-481C3154D2B0}" type="datetimeFigureOut">
              <a:t>3/25/16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3046264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17B120-DD6E-A64D-95D2-481C3154D2B0}" type="datetimeFigureOut">
              <a:t>3/25/16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3832147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717B120-DD6E-A64D-95D2-481C3154D2B0}" type="datetimeFigureOut">
              <a:t>3/25/16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133741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17B120-DD6E-A64D-95D2-481C3154D2B0}" type="datetimeFigureOut">
              <a:t>3/25/16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4169372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17B120-DD6E-A64D-95D2-481C3154D2B0}" type="datetimeFigureOut">
              <a:t>3/25/16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1420510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17B120-DD6E-A64D-95D2-481C3154D2B0}" type="datetimeFigureOut">
              <a:t>3/25/16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506329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17B120-DD6E-A64D-95D2-481C3154D2B0}" type="datetimeFigureOut">
              <a:t>3/25/16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3155496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17B120-DD6E-A64D-95D2-481C3154D2B0}" type="datetimeFigureOut">
              <a:t>3/25/16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470BF-8331-484C-9C1E-1C85E0647FDC}" type="slidenum">
              <a:t>‹#›</a:t>
            </a:fld>
            <a:endParaRPr lang="en-US"/>
          </a:p>
        </p:txBody>
      </p:sp>
    </p:spTree>
    <p:extLst>
      <p:ext uri="{BB962C8B-B14F-4D97-AF65-F5344CB8AC3E}">
        <p14:creationId xmlns:p14="http://schemas.microsoft.com/office/powerpoint/2010/main" val="377514253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17B120-DD6E-A64D-95D2-481C3154D2B0}" type="datetimeFigureOut">
              <a:t>3/25/16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A470BF-8331-484C-9C1E-1C85E0647FDC}" type="slidenum">
              <a:t>‹#›</a:t>
            </a:fld>
            <a:endParaRPr lang="en-US"/>
          </a:p>
        </p:txBody>
      </p:sp>
    </p:spTree>
    <p:extLst>
      <p:ext uri="{BB962C8B-B14F-4D97-AF65-F5344CB8AC3E}">
        <p14:creationId xmlns:p14="http://schemas.microsoft.com/office/powerpoint/2010/main" val="3694950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a:t>Matlab Memory Adjustment</a:t>
            </a:r>
          </a:p>
        </p:txBody>
      </p:sp>
      <p:sp>
        <p:nvSpPr>
          <p:cNvPr id="6" name="Subtitle 5"/>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97572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Screen Shot 2016-03-24 at 10.36.07 AM.png"/>
          <p:cNvPicPr>
            <a:picLocks noGrp="1" noChangeAspect="1"/>
          </p:cNvPicPr>
          <p:nvPr>
            <p:ph type="pic" idx="1"/>
          </p:nvPr>
        </p:nvPicPr>
        <p:blipFill>
          <a:blip r:embed="rId2">
            <a:extLst>
              <a:ext uri="{28A0092B-C50C-407E-A947-70E740481C1C}">
                <a14:useLocalDpi xmlns:a14="http://schemas.microsoft.com/office/drawing/2010/main" val="0"/>
              </a:ext>
            </a:extLst>
          </a:blip>
          <a:srcRect t="-4644" b="-4644"/>
          <a:stretch>
            <a:fillRect/>
          </a:stretch>
        </p:blipFill>
        <p:spPr>
          <a:xfrm>
            <a:off x="817690" y="-38255"/>
            <a:ext cx="7508621" cy="5631000"/>
          </a:xfrm>
        </p:spPr>
      </p:pic>
      <p:sp>
        <p:nvSpPr>
          <p:cNvPr id="4" name="Text Placeholder 3"/>
          <p:cNvSpPr>
            <a:spLocks noGrp="1"/>
          </p:cNvSpPr>
          <p:nvPr>
            <p:ph type="body" sz="half" idx="2"/>
          </p:nvPr>
        </p:nvSpPr>
        <p:spPr/>
        <p:txBody>
          <a:bodyPr/>
          <a:lstStyle/>
          <a:p>
            <a:r>
              <a:rPr lang="en-US"/>
              <a:t>After launching Matlab click the Preferences button.</a:t>
            </a:r>
          </a:p>
        </p:txBody>
      </p:sp>
      <p:sp>
        <p:nvSpPr>
          <p:cNvPr id="6" name="Oval 5"/>
          <p:cNvSpPr/>
          <p:nvPr/>
        </p:nvSpPr>
        <p:spPr>
          <a:xfrm>
            <a:off x="4276508" y="543208"/>
            <a:ext cx="527869" cy="214223"/>
          </a:xfrm>
          <a:prstGeom prst="ellipse">
            <a:avLst/>
          </a:prstGeom>
          <a:noFill/>
          <a:ln w="3810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0380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Screen Shot 2016-03-24 at 10.36.23 AM.png"/>
          <p:cNvPicPr>
            <a:picLocks noGrp="1" noChangeAspect="1"/>
          </p:cNvPicPr>
          <p:nvPr>
            <p:ph type="pic" idx="1"/>
          </p:nvPr>
        </p:nvPicPr>
        <p:blipFill>
          <a:blip r:embed="rId2">
            <a:extLst>
              <a:ext uri="{28A0092B-C50C-407E-A947-70E740481C1C}">
                <a14:useLocalDpi xmlns:a14="http://schemas.microsoft.com/office/drawing/2010/main" val="0"/>
              </a:ext>
            </a:extLst>
          </a:blip>
          <a:srcRect t="3299" b="3299"/>
          <a:stretch>
            <a:fillRect/>
          </a:stretch>
        </p:blipFill>
        <p:spPr/>
      </p:pic>
      <p:sp>
        <p:nvSpPr>
          <p:cNvPr id="4" name="Text Placeholder 3"/>
          <p:cNvSpPr>
            <a:spLocks noGrp="1"/>
          </p:cNvSpPr>
          <p:nvPr>
            <p:ph type="body" sz="half" idx="2"/>
          </p:nvPr>
        </p:nvSpPr>
        <p:spPr/>
        <p:txBody>
          <a:bodyPr/>
          <a:lstStyle/>
          <a:p>
            <a:r>
              <a:rPr lang="en-US"/>
              <a:t>Navagate to the Java Heap Memory Setting and increase the slide bar all the way to the right.  It will prompt you that you need to restart Matlab for the setting to take affect.  Hit Apply then Ok then restart Matlab.</a:t>
            </a:r>
          </a:p>
        </p:txBody>
      </p:sp>
    </p:spTree>
    <p:extLst>
      <p:ext uri="{BB962C8B-B14F-4D97-AF65-F5344CB8AC3E}">
        <p14:creationId xmlns:p14="http://schemas.microsoft.com/office/powerpoint/2010/main" val="3902952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a:t>Matlab: Exporting to Excel</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00032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Screen Shot 2016-03-25 at 11.13.17 AM.png"/>
          <p:cNvPicPr>
            <a:picLocks noGrp="1" noChangeAspect="1"/>
          </p:cNvPicPr>
          <p:nvPr>
            <p:ph type="pic" idx="1"/>
          </p:nvPr>
        </p:nvPicPr>
        <p:blipFill>
          <a:blip r:embed="rId2">
            <a:extLst>
              <a:ext uri="{28A0092B-C50C-407E-A947-70E740481C1C}">
                <a14:useLocalDpi xmlns:a14="http://schemas.microsoft.com/office/drawing/2010/main" val="0"/>
              </a:ext>
            </a:extLst>
          </a:blip>
          <a:srcRect t="-10869" b="-10869"/>
          <a:stretch>
            <a:fillRect/>
          </a:stretch>
        </p:blipFill>
        <p:spPr>
          <a:xfrm>
            <a:off x="510888" y="-10411"/>
            <a:ext cx="8122224" cy="6091668"/>
          </a:xfrm>
        </p:spPr>
      </p:pic>
      <p:sp>
        <p:nvSpPr>
          <p:cNvPr id="6" name="Text Placeholder 5"/>
          <p:cNvSpPr>
            <a:spLocks noGrp="1"/>
          </p:cNvSpPr>
          <p:nvPr>
            <p:ph type="body" sz="half" idx="2"/>
          </p:nvPr>
        </p:nvSpPr>
        <p:spPr/>
        <p:txBody>
          <a:bodyPr/>
          <a:lstStyle/>
          <a:p>
            <a:r>
              <a:rPr lang="en-US"/>
              <a:t>After running a function, a variable will be created in the Workspace containing the answer.  Generally it’s called “ans” unless you specify something different. Double click on the variable.</a:t>
            </a:r>
          </a:p>
        </p:txBody>
      </p:sp>
      <p:sp>
        <p:nvSpPr>
          <p:cNvPr id="8" name="Oval 7"/>
          <p:cNvSpPr/>
          <p:nvPr/>
        </p:nvSpPr>
        <p:spPr>
          <a:xfrm>
            <a:off x="7014753" y="1657145"/>
            <a:ext cx="527869" cy="214223"/>
          </a:xfrm>
          <a:prstGeom prst="ellipse">
            <a:avLst/>
          </a:prstGeom>
          <a:noFill/>
          <a:ln w="3810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2103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Screen Shot 2016-03-25 at 11.13.26 AM.png"/>
          <p:cNvPicPr>
            <a:picLocks noGrp="1" noChangeAspect="1"/>
          </p:cNvPicPr>
          <p:nvPr>
            <p:ph type="pic" idx="1"/>
          </p:nvPr>
        </p:nvPicPr>
        <p:blipFill>
          <a:blip r:embed="rId2">
            <a:extLst>
              <a:ext uri="{28A0092B-C50C-407E-A947-70E740481C1C}">
                <a14:useLocalDpi xmlns:a14="http://schemas.microsoft.com/office/drawing/2010/main" val="0"/>
              </a:ext>
            </a:extLst>
          </a:blip>
          <a:srcRect t="-10869" b="-10869"/>
          <a:stretch>
            <a:fillRect/>
          </a:stretch>
        </p:blipFill>
        <p:spPr>
          <a:xfrm>
            <a:off x="774624" y="0"/>
            <a:ext cx="7594752" cy="5696064"/>
          </a:xfrm>
        </p:spPr>
      </p:pic>
      <p:sp>
        <p:nvSpPr>
          <p:cNvPr id="6" name="Text Placeholder 5"/>
          <p:cNvSpPr>
            <a:spLocks noGrp="1"/>
          </p:cNvSpPr>
          <p:nvPr>
            <p:ph type="body" sz="half" idx="2"/>
          </p:nvPr>
        </p:nvSpPr>
        <p:spPr/>
        <p:txBody>
          <a:bodyPr/>
          <a:lstStyle/>
          <a:p>
            <a:r>
              <a:rPr lang="en-US"/>
              <a:t>Upon opening the variable, it will display the contents in a table.  You can select the cells then copy and paste it into Excel.</a:t>
            </a:r>
          </a:p>
        </p:txBody>
      </p:sp>
    </p:spTree>
    <p:extLst>
      <p:ext uri="{BB962C8B-B14F-4D97-AF65-F5344CB8AC3E}">
        <p14:creationId xmlns:p14="http://schemas.microsoft.com/office/powerpoint/2010/main" val="1922135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TotalTime>
  <Words>122</Words>
  <Application>Microsoft Macintosh PowerPoint</Application>
  <PresentationFormat>On-screen Show (4:3)</PresentationFormat>
  <Paragraphs>6</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Matlab Memory Adjustment</vt:lpstr>
      <vt:lpstr>PowerPoint Presentation</vt:lpstr>
      <vt:lpstr>PowerPoint Presentation</vt:lpstr>
      <vt:lpstr>Matlab: Exporting to Excel</vt:lpstr>
      <vt:lpstr>PowerPoint Presentation</vt:lpstr>
      <vt:lpstr>PowerPoint Presentation</vt:lpstr>
    </vt:vector>
  </TitlesOfParts>
  <Company>URMC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Fucile, Christopher</dc:creator>
  <cp:lastModifiedBy>Fucile, Christopher</cp:lastModifiedBy>
  <cp:revision>3</cp:revision>
  <dcterms:created xsi:type="dcterms:W3CDTF">2016-03-24T14:35:24Z</dcterms:created>
  <dcterms:modified xsi:type="dcterms:W3CDTF">2016-03-25T15:32:39Z</dcterms:modified>
</cp:coreProperties>
</file>