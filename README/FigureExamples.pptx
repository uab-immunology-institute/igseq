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7" r:id="rId7"/>
    <p:sldId id="266" r:id="rId8"/>
    <p:sldId id="259" r:id="rId9"/>
    <p:sldId id="257" r:id="rId10"/>
    <p:sldId id="258" r:id="rId11"/>
    <p:sldId id="265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-96" y="-20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7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00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64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30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8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3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9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2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6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6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3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92656-8E69-D044-B02D-94DC894A6C64}" type="datetimeFigureOut">
              <a:t>2/29/16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FD2A6-184A-D949-8BE5-286EB46705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6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7.emf"/><Relationship Id="rId12" Type="http://schemas.openxmlformats.org/officeDocument/2006/relationships/image" Target="../media/image18.emf"/><Relationship Id="rId13" Type="http://schemas.openxmlformats.org/officeDocument/2006/relationships/image" Target="../media/image19.emf"/><Relationship Id="rId14" Type="http://schemas.openxmlformats.org/officeDocument/2006/relationships/image" Target="../media/image20.em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emf"/><Relationship Id="rId8" Type="http://schemas.openxmlformats.org/officeDocument/2006/relationships/image" Target="../media/image14.emf"/><Relationship Id="rId9" Type="http://schemas.openxmlformats.org/officeDocument/2006/relationships/image" Target="../media/image15.emf"/><Relationship Id="rId10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emf"/><Relationship Id="rId3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99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igseq_upop.m</a:t>
            </a:r>
          </a:p>
        </p:txBody>
      </p:sp>
      <p:pic>
        <p:nvPicPr>
          <p:cNvPr id="5" name="Content Placeholder 4" descr="Screen Shot 2016-02-29 at 12.04.06 PM.png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165" b="-1124"/>
          <a:stretch/>
        </p:blipFill>
        <p:spPr>
          <a:xfrm>
            <a:off x="457200" y="1417637"/>
            <a:ext cx="8218156" cy="4085695"/>
          </a:xfrm>
        </p:spPr>
      </p:pic>
    </p:spTree>
    <p:extLst>
      <p:ext uri="{BB962C8B-B14F-4D97-AF65-F5344CB8AC3E}">
        <p14:creationId xmlns:p14="http://schemas.microsoft.com/office/powerpoint/2010/main" val="1779829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igseq_nseq.m</a:t>
            </a:r>
          </a:p>
        </p:txBody>
      </p:sp>
      <p:pic>
        <p:nvPicPr>
          <p:cNvPr id="5" name="Content Placeholder 4" descr="Screen Shot 2016-02-29 at 12.16.39 PM.png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18" b="16"/>
          <a:stretch/>
        </p:blipFill>
        <p:spPr>
          <a:xfrm>
            <a:off x="457200" y="1511904"/>
            <a:ext cx="8229600" cy="3968154"/>
          </a:xfrm>
        </p:spPr>
      </p:pic>
    </p:spTree>
    <p:extLst>
      <p:ext uri="{BB962C8B-B14F-4D97-AF65-F5344CB8AC3E}">
        <p14:creationId xmlns:p14="http://schemas.microsoft.com/office/powerpoint/2010/main" val="1996590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igseq_nlin.m</a:t>
            </a:r>
          </a:p>
        </p:txBody>
      </p:sp>
      <p:pic>
        <p:nvPicPr>
          <p:cNvPr id="5" name="Content Placeholder 4" descr="Screen Shot 2016-02-29 at 12.17.49 PM.png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24" b="-118"/>
          <a:stretch/>
        </p:blipFill>
        <p:spPr>
          <a:xfrm>
            <a:off x="362857" y="1536095"/>
            <a:ext cx="8323943" cy="3938856"/>
          </a:xfrm>
        </p:spPr>
      </p:pic>
    </p:spTree>
    <p:extLst>
      <p:ext uri="{BB962C8B-B14F-4D97-AF65-F5344CB8AC3E}">
        <p14:creationId xmlns:p14="http://schemas.microsoft.com/office/powerpoint/2010/main" val="3984387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igseq_isotypes.m</a:t>
            </a:r>
          </a:p>
        </p:txBody>
      </p:sp>
      <p:pic>
        <p:nvPicPr>
          <p:cNvPr id="6" name="Content Placeholder 5" descr="Screen Shot 2016-02-29 at 2.19.50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29" b="-812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4235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igseq_dx.m</a:t>
            </a:r>
          </a:p>
        </p:txBody>
      </p:sp>
      <p:pic>
        <p:nvPicPr>
          <p:cNvPr id="6" name="Content Placeholder 5" descr="Screen Shot 2016-02-29 at 2.19.01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567" b="-356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97399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igseq_vjcount.m</a:t>
            </a:r>
          </a:p>
        </p:txBody>
      </p:sp>
      <p:pic>
        <p:nvPicPr>
          <p:cNvPr id="5" name="Content Placeholder 4" descr="Screen Shot 2016-02-29 at 2.18.14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59" r="-4759"/>
          <a:stretch>
            <a:fillRect/>
          </a:stretch>
        </p:blipFill>
        <p:spPr/>
      </p:pic>
      <p:pic>
        <p:nvPicPr>
          <p:cNvPr id="4" name="Picture 3" descr="Screen Shot 2016-02-29 at 2.17.4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2024"/>
            <a:ext cx="9144000" cy="25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56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igseq_vjplot.m</a:t>
            </a:r>
          </a:p>
        </p:txBody>
      </p:sp>
      <p:pic>
        <p:nvPicPr>
          <p:cNvPr id="5" name="Content Placeholder 4" descr="Screen Shot 2016-02-29 at 11.54.44 AM.png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077" b="4806"/>
          <a:stretch/>
        </p:blipFill>
        <p:spPr>
          <a:xfrm>
            <a:off x="457199" y="1417638"/>
            <a:ext cx="8464383" cy="1267505"/>
          </a:xfrm>
        </p:spPr>
      </p:pic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88400" y="2932189"/>
            <a:ext cx="8862919" cy="3557019"/>
            <a:chOff x="-3280447" y="-5324"/>
            <a:chExt cx="17101140" cy="6863324"/>
          </a:xfrm>
        </p:grpSpPr>
        <p:pic>
          <p:nvPicPr>
            <p:cNvPr id="7" name="Picture 6" descr="1097_NP_NAIVE.eps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280447" y="0"/>
              <a:ext cx="1434962" cy="6858000"/>
            </a:xfrm>
            <a:prstGeom prst="rect">
              <a:avLst/>
            </a:prstGeom>
          </p:spPr>
        </p:pic>
        <p:pic>
          <p:nvPicPr>
            <p:cNvPr id="8" name="Picture 7" descr="1097_NP_POP1.eps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45485" y="-5324"/>
              <a:ext cx="1434962" cy="6858000"/>
            </a:xfrm>
            <a:prstGeom prst="rect">
              <a:avLst/>
            </a:prstGeom>
          </p:spPr>
        </p:pic>
        <p:pic>
          <p:nvPicPr>
            <p:cNvPr id="9" name="Picture 8" descr="1097_NP_POP2.eps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10523" y="0"/>
              <a:ext cx="1434962" cy="6858000"/>
            </a:xfrm>
            <a:prstGeom prst="rect">
              <a:avLst/>
            </a:prstGeom>
          </p:spPr>
        </p:pic>
        <p:pic>
          <p:nvPicPr>
            <p:cNvPr id="10" name="Picture 9" descr="1097_NP_POP3.eps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439" y="-5324"/>
              <a:ext cx="1434962" cy="6858000"/>
            </a:xfrm>
            <a:prstGeom prst="rect">
              <a:avLst/>
            </a:prstGeom>
          </p:spPr>
        </p:pic>
        <p:pic>
          <p:nvPicPr>
            <p:cNvPr id="11" name="Picture 10" descr="1097_NP_POP4.eps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9401" y="0"/>
              <a:ext cx="1434962" cy="6858000"/>
            </a:xfrm>
            <a:prstGeom prst="rect">
              <a:avLst/>
            </a:prstGeom>
          </p:spPr>
        </p:pic>
        <p:pic>
          <p:nvPicPr>
            <p:cNvPr id="12" name="Picture 11" descr="1097_NP_POP5.eps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4363" y="0"/>
              <a:ext cx="1434962" cy="6858000"/>
            </a:xfrm>
            <a:prstGeom prst="rect">
              <a:avLst/>
            </a:prstGeom>
          </p:spPr>
        </p:pic>
        <p:pic>
          <p:nvPicPr>
            <p:cNvPr id="13" name="Picture 12" descr="1097_PBL_DN.eps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0887" y="0"/>
              <a:ext cx="1434962" cy="6858000"/>
            </a:xfrm>
            <a:prstGeom prst="rect">
              <a:avLst/>
            </a:prstGeom>
          </p:spPr>
        </p:pic>
        <p:pic>
          <p:nvPicPr>
            <p:cNvPr id="14" name="Picture 13" descr="1097_PBL_DP.eps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5849" y="-5324"/>
              <a:ext cx="1434962" cy="6858000"/>
            </a:xfrm>
            <a:prstGeom prst="rect">
              <a:avLst/>
            </a:prstGeom>
          </p:spPr>
        </p:pic>
        <p:pic>
          <p:nvPicPr>
            <p:cNvPr id="15" name="Picture 14" descr="1097_PBL_NAIVE.eps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0845" y="-5324"/>
              <a:ext cx="1434962" cy="6858000"/>
            </a:xfrm>
            <a:prstGeom prst="rect">
              <a:avLst/>
            </a:prstGeom>
          </p:spPr>
        </p:pic>
        <p:pic>
          <p:nvPicPr>
            <p:cNvPr id="16" name="Picture 15" descr="1097_PBL_POP2.eps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15807" y="-5324"/>
              <a:ext cx="1434962" cy="6858000"/>
            </a:xfrm>
            <a:prstGeom prst="rect">
              <a:avLst/>
            </a:prstGeom>
          </p:spPr>
        </p:pic>
        <p:pic>
          <p:nvPicPr>
            <p:cNvPr id="17" name="Picture 16" descr="1097_PBL_POP3.eps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50769" y="0"/>
              <a:ext cx="1434962" cy="6858000"/>
            </a:xfrm>
            <a:prstGeom prst="rect">
              <a:avLst/>
            </a:prstGeom>
          </p:spPr>
        </p:pic>
        <p:pic>
          <p:nvPicPr>
            <p:cNvPr id="18" name="Picture 17" descr="1097_PBL_POP5.eps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85731" y="-5324"/>
              <a:ext cx="143496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39548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igseq_hist.m</a:t>
            </a:r>
          </a:p>
        </p:txBody>
      </p:sp>
      <p:pic>
        <p:nvPicPr>
          <p:cNvPr id="4" name="Content Placeholder 3" descr="Screen Shot 2016-02-29 at 11.35.59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163" b="-71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41673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igseq_clonalityplot.m</a:t>
            </a:r>
          </a:p>
        </p:txBody>
      </p:sp>
      <p:pic>
        <p:nvPicPr>
          <p:cNvPr id="5" name="Content Placeholder 4" descr="clonality.eps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50" r="-10459"/>
          <a:stretch/>
        </p:blipFill>
        <p:spPr>
          <a:xfrm>
            <a:off x="457195" y="2035628"/>
            <a:ext cx="1185334" cy="4525963"/>
          </a:xfrm>
        </p:spPr>
      </p:pic>
      <p:pic>
        <p:nvPicPr>
          <p:cNvPr id="6" name="Content Placeholder 5" descr="Screen Shot 2016-02-29 at 11.33.21 AM.png"/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8446" b="-72814"/>
          <a:stretch/>
        </p:blipFill>
        <p:spPr>
          <a:xfrm>
            <a:off x="457195" y="1417638"/>
            <a:ext cx="8077210" cy="774095"/>
          </a:xfrm>
        </p:spPr>
      </p:pic>
    </p:spTree>
    <p:extLst>
      <p:ext uri="{BB962C8B-B14F-4D97-AF65-F5344CB8AC3E}">
        <p14:creationId xmlns:p14="http://schemas.microsoft.com/office/powerpoint/2010/main" val="37747931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igseq_hillplot.m</a:t>
            </a:r>
          </a:p>
        </p:txBody>
      </p:sp>
      <p:pic>
        <p:nvPicPr>
          <p:cNvPr id="4" name="Content Placeholder 3" descr="hilldiversity.ep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610" r="-1061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90721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igseq_pielou.m</a:t>
            </a:r>
          </a:p>
        </p:txBody>
      </p:sp>
      <p:pic>
        <p:nvPicPr>
          <p:cNvPr id="4" name="Content Placeholder 3" descr="Screen Shot 2016-02-29 at 1.17.47 P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65" b="17843"/>
          <a:stretch/>
        </p:blipFill>
        <p:spPr>
          <a:xfrm>
            <a:off x="457200" y="1417638"/>
            <a:ext cx="8229600" cy="5152570"/>
          </a:xfrm>
        </p:spPr>
      </p:pic>
    </p:spTree>
    <p:extLst>
      <p:ext uri="{BB962C8B-B14F-4D97-AF65-F5344CB8AC3E}">
        <p14:creationId xmlns:p14="http://schemas.microsoft.com/office/powerpoint/2010/main" val="2042745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11</Words>
  <Application>Microsoft Macintosh PowerPoint</Application>
  <PresentationFormat>On-screen Show (4:3)</PresentationFormat>
  <Paragraphs>11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igseq_upop.m</vt:lpstr>
      <vt:lpstr>igseq_nseq.m</vt:lpstr>
      <vt:lpstr>igseq_nlin.m</vt:lpstr>
      <vt:lpstr>igseq_isotypes.m</vt:lpstr>
      <vt:lpstr>igseq_dx.m</vt:lpstr>
      <vt:lpstr>igseq_vjcount.m</vt:lpstr>
      <vt:lpstr>igseq_vjplot.m</vt:lpstr>
      <vt:lpstr>igseq_hist.m</vt:lpstr>
      <vt:lpstr>igseq_clonalityplot.m</vt:lpstr>
      <vt:lpstr>igseq_hillplot.m</vt:lpstr>
      <vt:lpstr>igseq_pielou.m</vt:lpstr>
    </vt:vector>
  </TitlesOfParts>
  <Company>URMC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Fucile, Christopher</dc:creator>
  <cp:lastModifiedBy>Fucile, Christopher</cp:lastModifiedBy>
  <cp:revision>9</cp:revision>
  <dcterms:created xsi:type="dcterms:W3CDTF">2016-02-29T16:23:13Z</dcterms:created>
  <dcterms:modified xsi:type="dcterms:W3CDTF">2016-02-29T19:20:37Z</dcterms:modified>
</cp:coreProperties>
</file>